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EE74E5-86A8-67EA-47E8-52DD467C1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59988" cy="254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0413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刘城欣</dc:creator>
  <cp:lastModifiedBy>城欣 刘</cp:lastModifiedBy>
  <cp:revision>3</cp:revision>
  <dcterms:created xsi:type="dcterms:W3CDTF">2023-08-09T12:44:55Z</dcterms:created>
  <dcterms:modified xsi:type="dcterms:W3CDTF">2026-04-20T06:02:13Z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